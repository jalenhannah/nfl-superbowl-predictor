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578"/>
    <p:restoredTop sz="94684"/>
  </p:normalViewPr>
  <p:slideViewPr>
    <p:cSldViewPr snapToGrid="0">
      <p:cViewPr varScale="1">
        <p:scale>
          <a:sx n="19" d="100"/>
          <a:sy n="19" d="100"/>
        </p:scale>
        <p:origin x="232" y="2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686B-BCCE-6766-6418-9FF508211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5791" y="575599"/>
            <a:ext cx="8825658" cy="2677648"/>
          </a:xfrm>
        </p:spPr>
        <p:txBody>
          <a:bodyPr/>
          <a:lstStyle/>
          <a:p>
            <a:pPr algn="ctr">
              <a:lnSpc>
                <a:spcPct val="300000"/>
              </a:lnSpc>
            </a:pPr>
            <a:r>
              <a:rPr lang="en-US" sz="3600" b="1" dirty="0"/>
              <a:t>NFL Super Bowl Probability Simulator</a:t>
            </a:r>
            <a:br>
              <a:rPr lang="en-US" sz="3600" b="1" dirty="0"/>
            </a:br>
            <a:r>
              <a:rPr lang="en-US" sz="2000" dirty="0"/>
              <a:t>Simulates the NFL playoffs using Elo ratings to predict outcomes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611C71-7CEE-8C1A-FF75-306CD4B45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30677" y="3835271"/>
            <a:ext cx="8825658" cy="861420"/>
          </a:xfrm>
        </p:spPr>
        <p:txBody>
          <a:bodyPr/>
          <a:lstStyle/>
          <a:p>
            <a:pPr algn="ctr"/>
            <a:r>
              <a:rPr lang="en-US" dirty="0"/>
              <a:t>Jalen </a:t>
            </a:r>
            <a:r>
              <a:rPr lang="en-US" dirty="0" err="1"/>
              <a:t>hannah</a:t>
            </a:r>
            <a:endParaRPr lang="en-US" dirty="0"/>
          </a:p>
        </p:txBody>
      </p:sp>
      <p:pic>
        <p:nvPicPr>
          <p:cNvPr id="5" name="Picture 4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75D63C5E-26AA-61A9-EC37-40F6D9408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890" y="3604754"/>
            <a:ext cx="3792682" cy="250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0324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110</TotalTime>
  <Words>18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 Boardroom</vt:lpstr>
      <vt:lpstr>NFL Super Bowl Probability Simulator Simulates the NFL playoffs using Elo ratings to predict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Jalen Hannah</dc:creator>
  <cp:lastModifiedBy>Jalen Hannah</cp:lastModifiedBy>
  <cp:revision>1</cp:revision>
  <dcterms:created xsi:type="dcterms:W3CDTF">2025-12-01T02:47:42Z</dcterms:created>
  <dcterms:modified xsi:type="dcterms:W3CDTF">2025-12-01T04:38:03Z</dcterms:modified>
</cp:coreProperties>
</file>